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4B94F-2DCB-405E-A36F-E6AED50C044B}" v="1" dt="2026-10-10T05:28:23.8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1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onikadara@outlook.com" userId="9702a5ae558c3b8a" providerId="LiveId" clId="{C194B224-9205-4DB9-A924-61F1B344F095}"/>
    <pc:docChg chg="addSld modSld sldOrd">
      <pc:chgData name="sharonikadara@outlook.com" userId="9702a5ae558c3b8a" providerId="LiveId" clId="{C194B224-9205-4DB9-A924-61F1B344F095}" dt="2026-10-10T05:29:45.394" v="9"/>
      <pc:docMkLst>
        <pc:docMk/>
      </pc:docMkLst>
      <pc:sldChg chg="delSp modSp mod">
        <pc:chgData name="sharonikadara@outlook.com" userId="9702a5ae558c3b8a" providerId="LiveId" clId="{C194B224-9205-4DB9-A924-61F1B344F095}" dt="2026-10-10T05:29:45.394" v="9"/>
        <pc:sldMkLst>
          <pc:docMk/>
          <pc:sldMk cId="0" sldId="256"/>
        </pc:sldMkLst>
        <pc:spChg chg="del mod">
          <ac:chgData name="sharonikadara@outlook.com" userId="9702a5ae558c3b8a" providerId="LiveId" clId="{C194B224-9205-4DB9-A924-61F1B344F095}" dt="2026-10-10T05:29:45.394" v="9"/>
          <ac:spMkLst>
            <pc:docMk/>
            <pc:sldMk cId="0" sldId="256"/>
            <ac:spMk id="6" creationId="{00000000-0000-0000-0000-000000000000}"/>
          </ac:spMkLst>
        </pc:spChg>
      </pc:sldChg>
      <pc:sldChg chg="addSp modSp new mod ord">
        <pc:chgData name="sharonikadara@outlook.com" userId="9702a5ae558c3b8a" providerId="LiveId" clId="{C194B224-9205-4DB9-A924-61F1B344F095}" dt="2026-10-10T05:29:01.151" v="6" actId="1076"/>
        <pc:sldMkLst>
          <pc:docMk/>
          <pc:sldMk cId="745233451" sldId="262"/>
        </pc:sldMkLst>
        <pc:spChg chg="add mod">
          <ac:chgData name="sharonikadara@outlook.com" userId="9702a5ae558c3b8a" providerId="LiveId" clId="{C194B224-9205-4DB9-A924-61F1B344F095}" dt="2026-10-10T05:28:43.113" v="4" actId="1076"/>
          <ac:spMkLst>
            <pc:docMk/>
            <pc:sldMk cId="745233451" sldId="262"/>
            <ac:spMk id="3" creationId="{B5C373C5-8B65-26AA-10CD-57BF090114C7}"/>
          </ac:spMkLst>
        </pc:spChg>
        <pc:spChg chg="add mod">
          <ac:chgData name="sharonikadara@outlook.com" userId="9702a5ae558c3b8a" providerId="LiveId" clId="{C194B224-9205-4DB9-A924-61F1B344F095}" dt="2026-10-10T05:29:01.151" v="6" actId="1076"/>
          <ac:spMkLst>
            <pc:docMk/>
            <pc:sldMk cId="745233451" sldId="262"/>
            <ac:spMk id="5" creationId="{4AB6DF0C-21A7-4AA8-844B-EE1055A2672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65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277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1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26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9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63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33832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5676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3663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807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548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00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83184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886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5150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21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325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99299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9916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7430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268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77003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4896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0692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939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772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2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6204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C373C5-8B65-26AA-10CD-57BF090114C7}"/>
              </a:ext>
            </a:extLst>
          </p:cNvPr>
          <p:cNvSpPr txBox="1"/>
          <p:nvPr/>
        </p:nvSpPr>
        <p:spPr>
          <a:xfrm>
            <a:off x="836246" y="978181"/>
            <a:ext cx="6096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78BEFF"/>
                </a:solidFill>
              </a:defRPr>
            </a:pPr>
            <a:r>
              <a:rPr lang="en-US" sz="4400" dirty="0"/>
              <a:t>CAMPUSCONNECT</a:t>
            </a:r>
          </a:p>
          <a:p>
            <a:pPr>
              <a:defRPr sz="2500">
                <a:solidFill>
                  <a:srgbClr val="FFFFFF"/>
                </a:solidFill>
              </a:defRPr>
            </a:pPr>
            <a:r>
              <a:rPr lang="en-US" sz="2500" dirty="0"/>
              <a:t>Smart College Club Management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B6DF0C-21A7-4AA8-844B-EE1055A2672D}"/>
              </a:ext>
            </a:extLst>
          </p:cNvPr>
          <p:cNvSpPr txBox="1"/>
          <p:nvPr/>
        </p:nvSpPr>
        <p:spPr>
          <a:xfrm>
            <a:off x="2446215" y="3488250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tx1"/>
                </a:solidFill>
              </a:rPr>
              <a:t>Team:  </a:t>
            </a:r>
            <a:r>
              <a:rPr lang="en-IN" sz="1600" b="1" dirty="0">
                <a:solidFill>
                  <a:schemeClr val="tx1"/>
                </a:solidFill>
              </a:rPr>
              <a:t>A. Sri Navya : (25MVCSMRO367)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                         CH. Sahasra : (25MVCSMRO383)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                           D. Sharonika : (25MVCSMRO387)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                      M. Pavani : (25MVCSMRO413)</a:t>
            </a:r>
          </a:p>
        </p:txBody>
      </p:sp>
    </p:spTree>
    <p:extLst>
      <p:ext uri="{BB962C8B-B14F-4D97-AF65-F5344CB8AC3E}">
        <p14:creationId xmlns:p14="http://schemas.microsoft.com/office/powerpoint/2010/main" val="745233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43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8BEFF"/>
                </a:solidFill>
              </a:defRPr>
            </a:pPr>
            <a:r>
              <a:rPr dirty="0"/>
              <a:t>CAMPUSCONNECT</a:t>
            </a:r>
          </a:p>
          <a:p>
            <a:pPr>
              <a:defRPr sz="2500">
                <a:solidFill>
                  <a:srgbClr val="FFFFFF"/>
                </a:solidFill>
              </a:defRPr>
            </a:pPr>
            <a:r>
              <a:rPr dirty="0"/>
              <a:t>Smart College Club Management System</a:t>
            </a:r>
          </a:p>
          <a:p>
            <a:pPr>
              <a:defRPr sz="1700">
                <a:solidFill>
                  <a:srgbClr val="AAB9DC"/>
                </a:solidFill>
              </a:defRPr>
            </a:pPr>
            <a:r>
              <a:rPr dirty="0"/>
              <a:t>MERN Stack Hackathon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840480"/>
            <a:ext cx="3200400" cy="12801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🎓 Students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Discover • Join • Participate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3840480"/>
            <a:ext cx="3200400" cy="12801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🏫 Clubs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Manage • Engage • Grow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840480"/>
            <a:ext cx="3200400" cy="12801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🏆 Impact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Points • Leaderboard •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B9DC"/>
                </a:solidFill>
              </a:defRPr>
            </a:pPr>
            <a:r>
              <a:t>Why college clubs need a centralized digital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5120640" cy="15087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Scattered Information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Students struggle to discover clubs, activities and events.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737360"/>
            <a:ext cx="5120640" cy="15087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Manual Management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Memberships and event participation are often tracked manually.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5087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Low Engagement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There is no simple way to recognize active student participation.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657600"/>
            <a:ext cx="5120640" cy="15087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No Central View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Admins need a single dashboard for clubs, students and events.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2.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B9DC"/>
                </a:solidFill>
              </a:defRPr>
            </a:pPr>
            <a:r>
              <a:t>CampusConnect connects students, clubs, events and activities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03120"/>
            <a:ext cx="2514600" cy="19659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STUDENT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Discover clubs</a:t>
            </a:r>
            <a:br/>
            <a:r>
              <a:t>Join &amp;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27432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78BEFF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103120"/>
            <a:ext cx="2514600" cy="19659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CLUB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Manage members</a:t>
            </a:r>
            <a:br/>
            <a:r>
              <a:t>Create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7608" y="27432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78BEFF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103120"/>
            <a:ext cx="2514600" cy="19659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ACTIVITY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Participation</a:t>
            </a:r>
            <a:br/>
            <a:r>
              <a:t>Earn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7" y="27432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78BEFF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103120"/>
            <a:ext cx="2514600" cy="19659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INSIGHTS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Leaderboard</a:t>
            </a:r>
            <a:br/>
            <a:r>
              <a:t>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D25A"/>
                </a:solidFill>
              </a:defRPr>
            </a:pPr>
            <a:r>
              <a:t>Unique differentiator: Activity Points + Campus Leaderboard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3.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B9DC"/>
                </a:solidFill>
              </a:defRPr>
            </a:pPr>
            <a:r>
              <a:t>Designed for students, club coordinators and administrators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2468880" cy="15087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🏫  Club Discovery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Simple, centralized and easy to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15087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👥  Membership Management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Simple, centralized and easy to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2468880" cy="15087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📅  Event Management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Simple, centralized and easy to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645920"/>
            <a:ext cx="2468880" cy="15087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⭐  Activity Points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Simple, centralized and easy to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2468880" cy="15087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🏆  Leaderboard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Simple, centralized and easy to 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657600"/>
            <a:ext cx="2468880" cy="15087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📊  Analytics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Simple, centralized and easy to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657600"/>
            <a:ext cx="2468880" cy="15087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🔐  Role-Based Access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Simple, centralized and easy to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657600"/>
            <a:ext cx="2468880" cy="150876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🔔  Notifications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Simple, centralized and easy to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4. Technology &amp;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B9DC"/>
                </a:solidFill>
              </a:defRPr>
            </a:pPr>
            <a:r>
              <a:t>MERN stack with REST APIs and secure authentication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417320"/>
            <a:ext cx="8503920" cy="713232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React.js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Responsive frontend &amp; dashboards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331720"/>
            <a:ext cx="8503920" cy="713232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Node.js + Express.js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Backend services &amp; REST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246120"/>
            <a:ext cx="8503920" cy="713232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Mongoose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Data modeling &amp; database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160520"/>
            <a:ext cx="8503920" cy="713232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MongoDB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Users • Clubs • Memberships • Events • Activities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5074920"/>
            <a:ext cx="8503920" cy="713232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JWT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Authentication &amp; role-based authorization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5. Expected Result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B9DC"/>
                </a:solidFill>
              </a:defRPr>
            </a:pPr>
            <a:r>
              <a:t>A practical campus platform that improves engagement and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120640" cy="155448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For Students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Easy club discovery, event registration and participation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120640" cy="155448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For Clubs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Centralized members, events and activity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11880"/>
            <a:ext cx="5120640" cy="155448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For Admins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Real-time overview of clubs, users, events and engagement.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611880"/>
            <a:ext cx="5120640" cy="1554480"/>
          </a:xfrm>
          <a:prstGeom prst="roundRect">
            <a:avLst/>
          </a:prstGeom>
          <a:solidFill>
            <a:srgbClr val="19233E"/>
          </a:solidFill>
          <a:ln>
            <a:solidFill>
              <a:srgbClr val="41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78BEFF"/>
                </a:solidFill>
              </a:defRPr>
            </a:pPr>
            <a:r>
              <a:t>Future Scope</a:t>
            </a:r>
          </a:p>
          <a:p>
            <a:pPr>
              <a:spcBef>
                <a:spcPts val="700"/>
              </a:spcBef>
              <a:defRPr sz="1300">
                <a:solidFill>
                  <a:srgbClr val="EBF0FA"/>
                </a:solidFill>
              </a:defRPr>
            </a:pPr>
            <a:r>
              <a:t>QR attendance, certificates, recommendations and mobile 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24128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78BEFF"/>
                </a:solidFill>
              </a:defRPr>
            </a:pPr>
            <a:r>
              <a:t>Connecting Students • Empowering Clubs • Building Campus Communities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212</TotalTime>
  <Words>394</Words>
  <Application>Microsoft Office PowerPoint</Application>
  <PresentationFormat>Widescreen</PresentationFormat>
  <Paragraphs>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Arial Nova Light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sharonika</dc:creator>
  <cp:keywords/>
  <dc:description>generated using python-pptx</dc:description>
  <cp:lastModifiedBy>sharonikadara@outlook.com</cp:lastModifiedBy>
  <cp:revision>1</cp:revision>
  <dcterms:created xsi:type="dcterms:W3CDTF">2013-01-27T09:14:16Z</dcterms:created>
  <dcterms:modified xsi:type="dcterms:W3CDTF">2026-10-10T08:59:05Z</dcterms:modified>
  <cp:category/>
</cp:coreProperties>
</file>